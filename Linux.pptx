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C53A-BECA-45ED-BD53-8C019F623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3D993-D960-4B22-88AC-57E2A8E6C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99969-3B1D-417F-8DBE-6959D223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002B5-D774-417E-85E7-1F86072E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FADE-54A7-4418-9A45-2EFC9308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3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2074-2A30-4F96-A157-94625AB1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E232D-0B60-460F-869F-A6BE06C0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699D9-8BE3-4C1B-810A-CB6CFE61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D60CF-933C-4D4C-A9B4-3831AC78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0567B-6237-4B88-B304-70E977E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0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37A5-FB4E-4017-B6F8-55EEE4C18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C51DA-545D-495E-80C3-0CF8A982B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02F43-DA2E-48CB-858D-FE699506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14E80-F0B7-4E2B-B29E-982C5E40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05017-3BD2-4179-9598-FF830123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9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5ECA-825B-4F74-B0C4-46890FAB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55EC9-B3DE-4B73-B782-BCCFA1284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1AE99-5BC7-4313-A172-159B87F02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4724B-59ED-4718-AD20-80BB356A5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3EEEE-E65D-4ACA-A2C5-B5F260AB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28DF6-A311-46E8-AEFF-F59F7464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0709-2ECB-42C6-B2C5-BDFCE4412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53456-9782-4A1C-95D6-A55BDFD99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0AA82-3460-4FD6-A6D1-2AC465172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A40CC-BE82-4A8D-BE81-5D8B8E130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749F9-5B8E-43B2-8D14-3C644534C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C3D5A-BA78-4AD3-B98A-896F72BB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6A577-F074-4880-B289-AE6D4121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0A439-B64C-4606-AC58-8516F9E9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7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2866-469A-4485-A1BE-E22E7D11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ACE58D-0ADE-4A5E-89B8-26B6BC23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DD3C7-0873-41E9-A0FF-EBAFEFCC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DA450-7BCA-4B1C-8E3F-118E4154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53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CE1FF-0BF4-4654-8F9F-4B463EF5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62162-2089-4857-93EB-35972A8C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6492E-3EF1-47BF-A759-BC2ECDB0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5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6823-A031-4F94-BB51-4ACE2B8D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25FA-C42E-4B11-9CD9-A30AE5E4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9C886-B894-4C95-8E09-22CAE2937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719A0-A93D-4C5F-9B09-E79CA0EB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8B3CD-E28B-45A4-B0CC-748EB3AA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1C8C3-3AEC-466E-81D7-06BA730C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6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0174-7ADC-4B14-9097-5F25CA5E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235C0-7B0A-402E-84D2-745C49B21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12908-0E8A-4B61-96F2-CB41CE1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D624C-26BB-4A83-BE5F-D84F44F0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A489C-7C5A-44FB-B424-050AA3BC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7DFE8-7A51-4228-8257-62622EE0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4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F997-8AB7-448B-933F-48A58D61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83E4A-04EB-4D43-81BF-7E6825420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18EF0-1EFE-43F7-B59A-D4C35958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0629A-4CD5-468E-B11A-FCA0A6C1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D1ED-F9AE-4AF4-A619-9187070B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4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A2D51-DF8B-4C8B-833B-66A2451E5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1E274-8589-4062-8AD8-8F63395D0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E0F82-1C36-4CE4-8055-51A9DF4F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94CCE-3AB4-4E54-A39F-D1D63015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0FAEB-C8AC-4614-9815-96B18FB2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6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2E0DE-CAC3-4F38-9392-2482EC4B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51FAD-706A-4D22-954B-CDBBF3363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82345-049D-4313-B2F2-3B83E9EA7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D1804-CE68-4A4E-9771-3F6C1EE6F7DC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CB95-6C93-4A8C-A74F-4D6CD4C4E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A0C0E-FB8D-4FEB-B7FA-FBD19984A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1BAB-696D-47F9-B2A1-AFF0A2892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mailto:marco.a.marroquin@accenture.com" TargetMode="External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0BC9EFE1-D8CB-4668-9980-DB108327A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5" y="0"/>
            <a:ext cx="627156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7CBAE1BD-B8E4-4029-8AA2-C77E4FED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F731CE3-B6D0-4587-B735-EBCCC6F58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6186" y="2231795"/>
            <a:ext cx="4805691" cy="838831"/>
          </a:xfrm>
        </p:spPr>
        <p:txBody>
          <a:bodyPr anchor="b">
            <a:noAutofit/>
          </a:bodyPr>
          <a:lstStyle/>
          <a:p>
            <a:r>
              <a:rPr lang="en-US" sz="3200" b="1" dirty="0">
                <a:solidFill>
                  <a:srgbClr val="000000"/>
                </a:solidFill>
              </a:rPr>
              <a:t>Basic Tutorial hands-on Linux</a:t>
            </a:r>
          </a:p>
        </p:txBody>
      </p:sp>
      <p:sp>
        <p:nvSpPr>
          <p:cNvPr id="75" name="Freeform 49">
            <a:extLst>
              <a:ext uri="{FF2B5EF4-FFF2-40B4-BE49-F238E27FC236}">
                <a16:creationId xmlns:a16="http://schemas.microsoft.com/office/drawing/2014/main" id="{77DA6D33-2D62-458C-BF5D-DBF612FD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90635"/>
            <a:ext cx="5478085" cy="6276841"/>
          </a:xfrm>
          <a:custGeom>
            <a:avLst/>
            <a:gdLst>
              <a:gd name="connsiteX0" fmla="*/ 2178155 w 5478085"/>
              <a:gd name="connsiteY0" fmla="*/ 0 h 6276841"/>
              <a:gd name="connsiteX1" fmla="*/ 5478085 w 5478085"/>
              <a:gd name="connsiteY1" fmla="*/ 3299930 h 6276841"/>
              <a:gd name="connsiteX2" fmla="*/ 3751098 w 5478085"/>
              <a:gd name="connsiteY2" fmla="*/ 6201577 h 6276841"/>
              <a:gd name="connsiteX3" fmla="*/ 3594858 w 5478085"/>
              <a:gd name="connsiteY3" fmla="*/ 6276841 h 6276841"/>
              <a:gd name="connsiteX4" fmla="*/ 761453 w 5478085"/>
              <a:gd name="connsiteY4" fmla="*/ 6276841 h 6276841"/>
              <a:gd name="connsiteX5" fmla="*/ 605213 w 5478085"/>
              <a:gd name="connsiteY5" fmla="*/ 6201577 h 6276841"/>
              <a:gd name="connsiteX6" fmla="*/ 79093 w 5478085"/>
              <a:gd name="connsiteY6" fmla="*/ 5846317 h 6276841"/>
              <a:gd name="connsiteX7" fmla="*/ 0 w 5478085"/>
              <a:gd name="connsiteY7" fmla="*/ 5774432 h 6276841"/>
              <a:gd name="connsiteX8" fmla="*/ 0 w 5478085"/>
              <a:gd name="connsiteY8" fmla="*/ 825429 h 6276841"/>
              <a:gd name="connsiteX9" fmla="*/ 79093 w 5478085"/>
              <a:gd name="connsiteY9" fmla="*/ 753544 h 6276841"/>
              <a:gd name="connsiteX10" fmla="*/ 2178155 w 5478085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8085" h="6276841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accent3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Linux - Wikipedia">
            <a:extLst>
              <a:ext uri="{FF2B5EF4-FFF2-40B4-BE49-F238E27FC236}">
                <a16:creationId xmlns:a16="http://schemas.microsoft.com/office/drawing/2014/main" id="{12D491AB-541B-4694-9184-D2AD90B46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2" r="3" b="3"/>
          <a:stretch/>
        </p:blipFill>
        <p:spPr bwMode="auto">
          <a:xfrm>
            <a:off x="1" y="770037"/>
            <a:ext cx="5298683" cy="6097438"/>
          </a:xfrm>
          <a:custGeom>
            <a:avLst/>
            <a:gdLst/>
            <a:ahLst/>
            <a:cxnLst/>
            <a:rect l="l" t="t" r="r" b="b"/>
            <a:pathLst>
              <a:path w="5298683" h="6097438">
                <a:moveTo>
                  <a:pt x="2178155" y="0"/>
                </a:moveTo>
                <a:cubicBezTo>
                  <a:pt x="3901575" y="0"/>
                  <a:pt x="5298683" y="1397108"/>
                  <a:pt x="5298683" y="3120527"/>
                </a:cubicBezTo>
                <a:cubicBezTo>
                  <a:pt x="5298683" y="4413092"/>
                  <a:pt x="4512810" y="5522106"/>
                  <a:pt x="3392805" y="5995828"/>
                </a:cubicBezTo>
                <a:lnTo>
                  <a:pt x="3115184" y="6097438"/>
                </a:lnTo>
                <a:lnTo>
                  <a:pt x="1241127" y="6097438"/>
                </a:lnTo>
                <a:lnTo>
                  <a:pt x="963506" y="5995828"/>
                </a:lnTo>
                <a:cubicBezTo>
                  <a:pt x="683504" y="5877397"/>
                  <a:pt x="424387" y="5719261"/>
                  <a:pt x="193210" y="5528477"/>
                </a:cubicBezTo>
                <a:lnTo>
                  <a:pt x="0" y="5352876"/>
                </a:lnTo>
                <a:lnTo>
                  <a:pt x="0" y="888178"/>
                </a:lnTo>
                <a:lnTo>
                  <a:pt x="193210" y="712577"/>
                </a:lnTo>
                <a:cubicBezTo>
                  <a:pt x="732621" y="267415"/>
                  <a:pt x="1424159" y="0"/>
                  <a:pt x="217815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DF80B4-466F-42AC-81EB-B01DFF8F4EE9}"/>
              </a:ext>
            </a:extLst>
          </p:cNvPr>
          <p:cNvSpPr txBox="1"/>
          <p:nvPr/>
        </p:nvSpPr>
        <p:spPr>
          <a:xfrm>
            <a:off x="6147891" y="5107023"/>
            <a:ext cx="42801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Marco A Hernández Marroquin</a:t>
            </a:r>
          </a:p>
          <a:p>
            <a:r>
              <a:rPr lang="en-US" dirty="0"/>
              <a:t>Application Development Senior Analyst</a:t>
            </a:r>
          </a:p>
          <a:p>
            <a:r>
              <a:rPr lang="en-US" dirty="0"/>
              <a:t>Email: </a:t>
            </a:r>
            <a:r>
              <a:rPr lang="en-US" dirty="0">
                <a:hlinkClick r:id="rId4"/>
              </a:rPr>
              <a:t>marco.a.marroquin@accenture.com</a:t>
            </a:r>
            <a:endParaRPr lang="en-US" dirty="0"/>
          </a:p>
          <a:p>
            <a:endParaRPr 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8F69C979-5D4A-4884-AA9B-919B8072A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871" y="6009292"/>
            <a:ext cx="25622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 descr="AWS Certified Cloud Practitioner">
            <a:extLst>
              <a:ext uri="{FF2B5EF4-FFF2-40B4-BE49-F238E27FC236}">
                <a16:creationId xmlns:a16="http://schemas.microsoft.com/office/drawing/2014/main" id="{93157B33-1F61-4F96-9F3F-4667FBF3E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830" y="6009292"/>
            <a:ext cx="821934" cy="82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Microsoft Certified: Azure Fundamentals">
            <a:extLst>
              <a:ext uri="{FF2B5EF4-FFF2-40B4-BE49-F238E27FC236}">
                <a16:creationId xmlns:a16="http://schemas.microsoft.com/office/drawing/2014/main" id="{C97E9119-C29A-4E33-BF0C-503ED6DD8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591" y="6036475"/>
            <a:ext cx="821934" cy="82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HashiCorp Certified: Terraform Associate">
            <a:extLst>
              <a:ext uri="{FF2B5EF4-FFF2-40B4-BE49-F238E27FC236}">
                <a16:creationId xmlns:a16="http://schemas.microsoft.com/office/drawing/2014/main" id="{28CF6F00-4497-4FB8-9AA2-5A4A48743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769" y="6009292"/>
            <a:ext cx="855277" cy="85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LPI Certification Exam Lab | USENIX">
            <a:extLst>
              <a:ext uri="{FF2B5EF4-FFF2-40B4-BE49-F238E27FC236}">
                <a16:creationId xmlns:a16="http://schemas.microsoft.com/office/drawing/2014/main" id="{30D777AB-038C-494B-9B90-8CB799DE4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47" y="6091400"/>
            <a:ext cx="816727" cy="77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88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11CE-0777-4750-916F-FB109B0B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252DF-C0F1-4913-A9F0-CAEB4F641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sz="1400" dirty="0" err="1"/>
              <a:t>Introduction</a:t>
            </a:r>
            <a:r>
              <a:rPr lang="es-MX" sz="1400" dirty="0"/>
              <a:t> </a:t>
            </a:r>
          </a:p>
          <a:p>
            <a:pPr lvl="1"/>
            <a:r>
              <a:rPr lang="es-MX" sz="1400" dirty="0" err="1"/>
              <a:t>What</a:t>
            </a:r>
            <a:r>
              <a:rPr lang="es-MX" sz="1400" dirty="0"/>
              <a:t> </a:t>
            </a:r>
            <a:r>
              <a:rPr lang="es-MX" sz="1400" dirty="0" err="1"/>
              <a:t>is</a:t>
            </a:r>
            <a:r>
              <a:rPr lang="es-MX" sz="1400" dirty="0"/>
              <a:t> Linux</a:t>
            </a:r>
          </a:p>
          <a:p>
            <a:pPr lvl="1"/>
            <a:r>
              <a:rPr lang="es-MX" sz="1400" dirty="0" err="1"/>
              <a:t>What</a:t>
            </a:r>
            <a:r>
              <a:rPr lang="es-MX" sz="1400" dirty="0"/>
              <a:t> </a:t>
            </a:r>
            <a:r>
              <a:rPr lang="es-MX" sz="1400" dirty="0" err="1"/>
              <a:t>is</a:t>
            </a:r>
            <a:r>
              <a:rPr lang="es-MX" sz="1400" dirty="0"/>
              <a:t> Shell and </a:t>
            </a:r>
            <a:r>
              <a:rPr lang="es-MX" sz="1400" dirty="0" err="1"/>
              <a:t>what</a:t>
            </a:r>
            <a:r>
              <a:rPr lang="es-MX" sz="1400" dirty="0"/>
              <a:t> are </a:t>
            </a:r>
            <a:r>
              <a:rPr lang="es-MX" sz="1400" dirty="0" err="1"/>
              <a:t>the</a:t>
            </a:r>
            <a:r>
              <a:rPr lang="es-MX" sz="1400" dirty="0"/>
              <a:t> </a:t>
            </a:r>
            <a:r>
              <a:rPr lang="es-MX" sz="1400" dirty="0" err="1"/>
              <a:t>most</a:t>
            </a:r>
            <a:r>
              <a:rPr lang="es-MX" sz="1400" dirty="0"/>
              <a:t> popular </a:t>
            </a:r>
          </a:p>
          <a:p>
            <a:r>
              <a:rPr lang="es-MX" sz="1400" dirty="0"/>
              <a:t>Basic </a:t>
            </a:r>
            <a:r>
              <a:rPr lang="es-MX" sz="1400" dirty="0" err="1"/>
              <a:t>commands</a:t>
            </a:r>
            <a:endParaRPr lang="es-MX" sz="1400" dirty="0"/>
          </a:p>
          <a:p>
            <a:pPr lvl="1"/>
            <a:r>
              <a:rPr lang="es-MX" sz="1400" dirty="0" err="1"/>
              <a:t>Print</a:t>
            </a:r>
            <a:r>
              <a:rPr lang="es-MX" sz="1400" dirty="0"/>
              <a:t> </a:t>
            </a:r>
            <a:r>
              <a:rPr lang="es-MX" sz="1400" dirty="0" err="1"/>
              <a:t>working</a:t>
            </a:r>
            <a:r>
              <a:rPr lang="es-MX" sz="1400" dirty="0"/>
              <a:t> </a:t>
            </a:r>
            <a:r>
              <a:rPr lang="es-MX" sz="1400" dirty="0" err="1"/>
              <a:t>directory</a:t>
            </a:r>
            <a:r>
              <a:rPr lang="es-MX" sz="1400" dirty="0"/>
              <a:t> (</a:t>
            </a:r>
            <a:r>
              <a:rPr lang="es-MX" sz="1400" b="1" dirty="0" err="1">
                <a:solidFill>
                  <a:schemeClr val="accent1"/>
                </a:solidFill>
              </a:rPr>
              <a:t>pwd</a:t>
            </a:r>
            <a:r>
              <a:rPr lang="es-MX" sz="1400" dirty="0"/>
              <a:t>)</a:t>
            </a:r>
          </a:p>
          <a:p>
            <a:pPr lvl="1"/>
            <a:r>
              <a:rPr lang="es-MX" sz="1400" dirty="0" err="1"/>
              <a:t>List</a:t>
            </a:r>
            <a:r>
              <a:rPr lang="es-MX" sz="1400" dirty="0"/>
              <a:t> file and </a:t>
            </a:r>
            <a:r>
              <a:rPr lang="es-MX" sz="1400" dirty="0" err="1"/>
              <a:t>directories</a:t>
            </a:r>
            <a:r>
              <a:rPr lang="es-MX" sz="1400" dirty="0"/>
              <a:t> (</a:t>
            </a:r>
            <a:r>
              <a:rPr lang="es-MX" sz="1400" b="1" dirty="0" err="1">
                <a:solidFill>
                  <a:schemeClr val="accent1"/>
                </a:solidFill>
              </a:rPr>
              <a:t>ls</a:t>
            </a:r>
            <a:r>
              <a:rPr lang="es-MX" sz="1400" dirty="0"/>
              <a:t>)</a:t>
            </a:r>
          </a:p>
          <a:p>
            <a:pPr lvl="1"/>
            <a:r>
              <a:rPr lang="es-MX" sz="1400" dirty="0" err="1"/>
              <a:t>Make</a:t>
            </a:r>
            <a:r>
              <a:rPr lang="es-MX" sz="1400" dirty="0"/>
              <a:t> a </a:t>
            </a:r>
            <a:r>
              <a:rPr lang="es-MX" sz="1400" dirty="0" err="1"/>
              <a:t>directorie</a:t>
            </a:r>
            <a:r>
              <a:rPr lang="es-MX" sz="1400" dirty="0"/>
              <a:t> (</a:t>
            </a:r>
            <a:r>
              <a:rPr lang="es-MX" sz="1400" b="1" dirty="0" err="1">
                <a:solidFill>
                  <a:schemeClr val="accent1"/>
                </a:solidFill>
              </a:rPr>
              <a:t>mkdir</a:t>
            </a:r>
            <a:r>
              <a:rPr lang="es-MX" sz="1400" dirty="0"/>
              <a:t>)</a:t>
            </a:r>
          </a:p>
          <a:p>
            <a:pPr lvl="1"/>
            <a:r>
              <a:rPr lang="es-MX" sz="1400" dirty="0" err="1"/>
              <a:t>Create</a:t>
            </a:r>
            <a:r>
              <a:rPr lang="es-MX" sz="1400" dirty="0"/>
              <a:t> </a:t>
            </a:r>
            <a:r>
              <a:rPr lang="es-MX" sz="1400" dirty="0" err="1"/>
              <a:t>an</a:t>
            </a:r>
            <a:r>
              <a:rPr lang="es-MX" sz="1400" dirty="0"/>
              <a:t> </a:t>
            </a:r>
            <a:r>
              <a:rPr lang="es-MX" sz="1400" dirty="0" err="1"/>
              <a:t>empty</a:t>
            </a:r>
            <a:r>
              <a:rPr lang="es-MX" sz="1400" dirty="0"/>
              <a:t> file (</a:t>
            </a:r>
            <a:r>
              <a:rPr lang="es-MX" sz="1400" b="1" dirty="0" err="1">
                <a:solidFill>
                  <a:schemeClr val="accent1"/>
                </a:solidFill>
              </a:rPr>
              <a:t>touch</a:t>
            </a:r>
            <a:r>
              <a:rPr lang="es-MX" sz="1400" dirty="0"/>
              <a:t>)</a:t>
            </a:r>
          </a:p>
          <a:p>
            <a:pPr lvl="1"/>
            <a:r>
              <a:rPr lang="es-MX" sz="1400" dirty="0"/>
              <a:t>Change </a:t>
            </a:r>
            <a:r>
              <a:rPr lang="es-MX" sz="1400" dirty="0" err="1"/>
              <a:t>to</a:t>
            </a:r>
            <a:r>
              <a:rPr lang="es-MX" sz="1400" dirty="0"/>
              <a:t> a </a:t>
            </a:r>
            <a:r>
              <a:rPr lang="es-MX" sz="1400" dirty="0" err="1"/>
              <a:t>different</a:t>
            </a:r>
            <a:r>
              <a:rPr lang="es-MX" sz="1400" dirty="0"/>
              <a:t> </a:t>
            </a:r>
            <a:r>
              <a:rPr lang="es-MX" sz="1400" dirty="0" err="1"/>
              <a:t>directory</a:t>
            </a:r>
            <a:r>
              <a:rPr lang="es-MX" sz="1400" dirty="0"/>
              <a:t> (</a:t>
            </a:r>
            <a:r>
              <a:rPr lang="es-MX" sz="1400" b="1" dirty="0">
                <a:solidFill>
                  <a:schemeClr val="accent1"/>
                </a:solidFill>
              </a:rPr>
              <a:t>cd</a:t>
            </a:r>
            <a:r>
              <a:rPr lang="es-MX" sz="1400" dirty="0"/>
              <a:t>)</a:t>
            </a:r>
          </a:p>
          <a:p>
            <a:pPr lvl="2"/>
            <a:r>
              <a:rPr lang="es-MX" sz="1400" dirty="0" err="1"/>
              <a:t>Relative</a:t>
            </a:r>
            <a:r>
              <a:rPr lang="es-MX" sz="1400" dirty="0"/>
              <a:t> vs Absolute </a:t>
            </a:r>
            <a:r>
              <a:rPr lang="es-MX" sz="1400" dirty="0" err="1"/>
              <a:t>path</a:t>
            </a:r>
            <a:endParaRPr lang="es-MX" sz="1400" dirty="0"/>
          </a:p>
          <a:p>
            <a:pPr lvl="1"/>
            <a:r>
              <a:rPr lang="es-MX" sz="1400" dirty="0" err="1"/>
              <a:t>Copy</a:t>
            </a:r>
            <a:r>
              <a:rPr lang="es-MX" sz="1400" dirty="0"/>
              <a:t> files(</a:t>
            </a:r>
            <a:r>
              <a:rPr lang="es-MX" sz="1400" b="1" dirty="0" err="1">
                <a:solidFill>
                  <a:schemeClr val="accent1"/>
                </a:solidFill>
              </a:rPr>
              <a:t>cp</a:t>
            </a:r>
            <a:r>
              <a:rPr lang="es-MX" sz="1400" dirty="0"/>
              <a:t>)</a:t>
            </a:r>
          </a:p>
          <a:p>
            <a:pPr lvl="1"/>
            <a:r>
              <a:rPr lang="es-MX" sz="1400" dirty="0" err="1"/>
              <a:t>Remove</a:t>
            </a:r>
            <a:r>
              <a:rPr lang="es-MX" sz="1400" dirty="0"/>
              <a:t> files (</a:t>
            </a:r>
            <a:r>
              <a:rPr lang="es-MX" sz="1400" b="1" dirty="0" err="1">
                <a:solidFill>
                  <a:schemeClr val="accent1"/>
                </a:solidFill>
              </a:rPr>
              <a:t>rm</a:t>
            </a:r>
            <a:r>
              <a:rPr lang="es-MX" sz="1400" dirty="0"/>
              <a:t>)</a:t>
            </a:r>
          </a:p>
          <a:p>
            <a:pPr lvl="1"/>
            <a:r>
              <a:rPr lang="es-MX" sz="1400" dirty="0" err="1"/>
              <a:t>Display</a:t>
            </a:r>
            <a:r>
              <a:rPr lang="es-MX" sz="1400" dirty="0"/>
              <a:t> </a:t>
            </a:r>
            <a:r>
              <a:rPr lang="es-MX" sz="1400" dirty="0" err="1"/>
              <a:t>the</a:t>
            </a:r>
            <a:r>
              <a:rPr lang="es-MX" sz="1400" dirty="0"/>
              <a:t> </a:t>
            </a:r>
            <a:r>
              <a:rPr lang="es-MX" sz="1400" dirty="0" err="1"/>
              <a:t>content</a:t>
            </a:r>
            <a:r>
              <a:rPr lang="es-MX" sz="1400" dirty="0"/>
              <a:t> </a:t>
            </a:r>
            <a:r>
              <a:rPr lang="es-MX" sz="1400" dirty="0" err="1"/>
              <a:t>of</a:t>
            </a:r>
            <a:r>
              <a:rPr lang="es-MX" sz="1400" dirty="0"/>
              <a:t> a file </a:t>
            </a:r>
            <a:r>
              <a:rPr lang="es-MX" sz="1400" dirty="0" err="1"/>
              <a:t>on</a:t>
            </a:r>
            <a:r>
              <a:rPr lang="es-MX" sz="1400" dirty="0"/>
              <a:t> </a:t>
            </a:r>
            <a:r>
              <a:rPr lang="es-MX" sz="1400" dirty="0" err="1"/>
              <a:t>the</a:t>
            </a:r>
            <a:r>
              <a:rPr lang="es-MX" sz="1400" dirty="0"/>
              <a:t> </a:t>
            </a:r>
            <a:r>
              <a:rPr lang="es-MX" sz="1400" dirty="0" err="1"/>
              <a:t>screen</a:t>
            </a:r>
            <a:endParaRPr lang="es-MX" sz="1400" dirty="0"/>
          </a:p>
          <a:p>
            <a:pPr lvl="2"/>
            <a:r>
              <a:rPr lang="es-MX" sz="1400" b="1" dirty="0" err="1">
                <a:solidFill>
                  <a:schemeClr val="accent1"/>
                </a:solidFill>
              </a:rPr>
              <a:t>cat</a:t>
            </a:r>
            <a:endParaRPr lang="es-MX" sz="1400" b="1" dirty="0">
              <a:solidFill>
                <a:schemeClr val="accent1"/>
              </a:solidFill>
            </a:endParaRPr>
          </a:p>
          <a:p>
            <a:pPr lvl="2"/>
            <a:r>
              <a:rPr lang="es-MX" sz="1400" b="1" dirty="0" err="1">
                <a:solidFill>
                  <a:schemeClr val="accent1"/>
                </a:solidFill>
              </a:rPr>
              <a:t>less</a:t>
            </a:r>
            <a:endParaRPr lang="es-MX" sz="1400" b="1" dirty="0">
              <a:solidFill>
                <a:schemeClr val="accent1"/>
              </a:solidFill>
            </a:endParaRPr>
          </a:p>
          <a:p>
            <a:pPr lvl="2"/>
            <a:r>
              <a:rPr lang="es-MX" sz="1400" b="1" dirty="0">
                <a:solidFill>
                  <a:schemeClr val="accent1"/>
                </a:solidFill>
              </a:rPr>
              <a:t>head</a:t>
            </a:r>
          </a:p>
          <a:p>
            <a:pPr lvl="2"/>
            <a:r>
              <a:rPr lang="es-MX" sz="1400" b="1" dirty="0" err="1">
                <a:solidFill>
                  <a:schemeClr val="accent1"/>
                </a:solidFill>
              </a:rPr>
              <a:t>tail</a:t>
            </a:r>
            <a:endParaRPr lang="es-MX" sz="1400" b="1" dirty="0">
              <a:solidFill>
                <a:schemeClr val="accent1"/>
              </a:solidFill>
            </a:endParaRPr>
          </a:p>
          <a:p>
            <a:pPr lvl="2"/>
            <a:endParaRPr lang="es-MX" sz="1400" b="1" dirty="0">
              <a:solidFill>
                <a:schemeClr val="accent1"/>
              </a:solidFill>
            </a:endParaRPr>
          </a:p>
          <a:p>
            <a:pPr lvl="1"/>
            <a:r>
              <a:rPr lang="es-MX" sz="1400" dirty="0"/>
              <a:t>f</a:t>
            </a:r>
          </a:p>
          <a:p>
            <a:r>
              <a:rPr lang="es-MX" sz="1400" dirty="0" err="1"/>
              <a:t>Xx</a:t>
            </a:r>
            <a:endParaRPr lang="es-MX" sz="1400" dirty="0"/>
          </a:p>
          <a:p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78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102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Index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Marroquin, Marco A.</dc:creator>
  <cp:lastModifiedBy>Marroquin, Marco A.</cp:lastModifiedBy>
  <cp:revision>7</cp:revision>
  <dcterms:created xsi:type="dcterms:W3CDTF">2021-04-15T16:55:50Z</dcterms:created>
  <dcterms:modified xsi:type="dcterms:W3CDTF">2021-04-15T18:42:19Z</dcterms:modified>
</cp:coreProperties>
</file>